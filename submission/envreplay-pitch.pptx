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2dc8d7d89d4ad2" /><Relationship Type="http://schemas.openxmlformats.org/officeDocument/2006/relationships/extended-properties" Target="/docProps/app.xml" Id="Red43b1a5200b4e2a" /><Relationship Type="http://schemas.openxmlformats.org/officeDocument/2006/relationships/officeDocument" Target="/ppt/presentation.xml" Id="R947adea74b78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2c70dc5254b9d"/>
  </p:sldMasterIdLst>
  <p:notesMasterIdLst>
    <p:notesMasterId xmlns:r="http://schemas.openxmlformats.org/officeDocument/2006/relationships" r:id="R264fd1348f3c4999"/>
  </p:notesMasterIdLst>
  <p:sldIdLst>
    <p:sldId xmlns:r="http://schemas.openxmlformats.org/officeDocument/2006/relationships" id="256" r:id="R355230d1dcca4f52"/>
    <p:sldId xmlns:r="http://schemas.openxmlformats.org/officeDocument/2006/relationships" id="257" r:id="R9bed6176971540ab"/>
    <p:sldId xmlns:r="http://schemas.openxmlformats.org/officeDocument/2006/relationships" id="258" r:id="R636896c0382e419a"/>
    <p:sldId xmlns:r="http://schemas.openxmlformats.org/officeDocument/2006/relationships" id="259" r:id="R8a96b0be664147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0963df4ec9457e" /><Relationship Type="http://schemas.openxmlformats.org/officeDocument/2006/relationships/slideMaster" Target="/ppt/slideMasters/slideMaster1.xml" Id="Rfc72c70dc5254b9d" /><Relationship Type="http://schemas.openxmlformats.org/officeDocument/2006/relationships/notesMaster" Target="/ppt/notesMasters/notesMaster1.xml" Id="R264fd1348f3c4999" /><Relationship Type="http://schemas.openxmlformats.org/officeDocument/2006/relationships/presProps" Target="/ppt/presProps.xml" Id="R0e34e7d139d840f3" /><Relationship Type="http://schemas.openxmlformats.org/officeDocument/2006/relationships/tableStyles" Target="/ppt/tableStyles.xml" Id="R541dea23f3c149ff" /><Relationship Type="http://schemas.openxmlformats.org/officeDocument/2006/relationships/slide" Target="/ppt/slides/slide1.xml" Id="R355230d1dcca4f52" /><Relationship Type="http://schemas.openxmlformats.org/officeDocument/2006/relationships/slide" Target="/ppt/slides/slide2.xml" Id="R9bed6176971540ab" /><Relationship Type="http://schemas.openxmlformats.org/officeDocument/2006/relationships/slide" Target="/ppt/slides/slide3.xml" Id="R636896c0382e419a" /><Relationship Type="http://schemas.openxmlformats.org/officeDocument/2006/relationships/slide" Target="/ppt/slides/slide4.xml" Id="R8a96b0be664147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681fe7b0d64b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768dafa0b34e78" /><Relationship Type="http://schemas.openxmlformats.org/officeDocument/2006/relationships/notesMaster" Target="/ppt/notesMasters/notesMaster1.xml" Id="Rad56fe84744044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07037cb61b4ef8" /><Relationship Type="http://schemas.openxmlformats.org/officeDocument/2006/relationships/notesMaster" Target="/ppt/notesMasters/notesMaster1.xml" Id="Rdcee9cd933dc49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71e80840bc4cc3" /><Relationship Type="http://schemas.openxmlformats.org/officeDocument/2006/relationships/notesMaster" Target="/ppt/notesMasters/notesMaster1.xml" Id="R1aca07d97a4a43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e8615632114710" /><Relationship Type="http://schemas.openxmlformats.org/officeDocument/2006/relationships/notesMaster" Target="/ppt/notesMasters/notesMaster1.xml" Id="R87c2ac7fdaa642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https://github.com/harshapriyag123/EnvReplay and the live GitHub Pages Incident Room. Screenshot captured from the live 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config/ci.json, config/deployment.json, evidence/bob-run-6/before.json. Screenshot is preserved real incident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evidence/bob-run-6/report.json and bob.diff, GitHub Actions run https://github.com/harshapriyag123/EnvReplay/actions/runs/36223374110. This slide describes IBM Bob Shell, not Bob IDE. Bob IDE task-session screenshots remain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evidence/bob-run-6/report.json. CI exit 0 to 0, deployment exit 1 to 0, regression exit 1 to 0. This pitch deck does not substitute for the required genuine Bob IDE task-session summary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6192bcf6e46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9141549a494e50" /><Relationship Type="http://schemas.openxmlformats.org/officeDocument/2006/relationships/slideLayout" Target="/ppt/slideLayouts/slideLayout1.xml" Id="R1909598f220045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09598f220045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0fd89321b4111" /><Relationship Type="http://schemas.openxmlformats.org/officeDocument/2006/relationships/image" Target="/ppt/media/image.jpeg" Id="Re064a82c5a164eff" /><Relationship Type="http://schemas.openxmlformats.org/officeDocument/2006/relationships/notesSlide" Target="/ppt/notesSlides/notesSlide1.xml" Id="R31f500782b9d49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57b643a284d1c" /><Relationship Type="http://schemas.openxmlformats.org/officeDocument/2006/relationships/image" Target="/ppt/media/image2.jpeg" Id="R9a9fe500914148a6" /><Relationship Type="http://schemas.openxmlformats.org/officeDocument/2006/relationships/notesSlide" Target="/ppt/notesSlides/notesSlide2.xml" Id="R18ce21584d6f4f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cc934e5564684" /><Relationship Type="http://schemas.openxmlformats.org/officeDocument/2006/relationships/notesSlide" Target="/ppt/notesSlides/notesSlide3.xml" Id="Rc0c4fc3bdefe41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4b2aaf94d470c" /><Relationship Type="http://schemas.openxmlformats.org/officeDocument/2006/relationships/notesSlide" Target="/ppt/notesSlides/notesSlide4.xml" Id="R5c064fc9f60b45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FF05B-DD53-440C-BA4E-90726FF0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552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825" b="1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ENVREPLAY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6149D-8AC4-4601-9804-075DD732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rPr>
              <a:t>The deployment failure</a:t>
            </a:r>
          </a:p>
          <a:p xmlns:a="http://schemas.openxmlformats.org/drawingml/2006/main">
            <a:pPr>
              <a:defRPr sz="2775" b="1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75" b="1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rPr>
              <a:t>that CI could not see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20451-2728-4F8E-B83E-D9B41739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rPr>
              <a:t>One real 404. One isolated IBM Bob Shell repair.</a:t>
            </a:r>
          </a:p>
          <a:p xmlns:a="http://schemas.openxmlformats.org/drawingml/2006/main">
            <a:pPr>
              <a:defRPr sz="1800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rPr>
              <a:t>Independent replay proves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5B3C2-A0C9-4B2F-8CCC-84DFF9B4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5286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rPr>
              <a:t>harshapriyag123.github.io/EnvReplay/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4a82c5a164eff"/>
          <a:stretch xmlns:a="http://schemas.openxmlformats.org/drawingml/2006/main"/>
        </p:blipFill>
        <p:spPr>
          <a:xfrm xmlns:a="http://schemas.openxmlformats.org/drawingml/2006/main">
            <a:off x="6286500" y="1343887"/>
            <a:ext cx="5238750" cy="35987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869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47B7F-FE41-4C65-9AA2-B120863B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CI green, deployment 404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1DFBD-6FF9-4794-BC27-E097790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rPr>
              <a:t>CI profile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AE27B-C060-4F69-8397-F6AC9D8F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public_base_path = ""</a:t>
            </a:r>
          </a:p>
          <a:p xmlns:a="http://schemas.openxmlformats.org/drawingml/2006/main">
            <a:pPr>
              <a:def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GET /api/health</a:t>
            </a:r>
          </a:p>
          <a:p xmlns:a="http://schemas.openxmlformats.org/drawingml/2006/main">
            <a:pPr>
              <a:def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HTTP 200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D63F9-69D0-4A6A-A566-8A295BF5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6B5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6B566"/>
                </a:solidFill>
                <a:latin typeface="Bitstream Charter"/>
                <a:ea typeface="Bitstream Charter"/>
                <a:cs typeface="Bitstream Charter"/>
              </a:rPr>
              <a:t>Deployment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B8991-8B9B-40A6-A0F7-78D8C075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public_base_path = "/service"</a:t>
            </a:r>
          </a:p>
          <a:p xmlns:a="http://schemas.openxmlformats.org/drawingml/2006/main">
            <a:pPr>
              <a:def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GET /service/api/health</a:t>
            </a:r>
          </a:p>
          <a:p xmlns:a="http://schemas.openxmlformats.org/drawingml/2006/main">
            <a:pPr>
              <a:def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HTTP 404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fe500914148a6"/>
          <a:stretch xmlns:a="http://schemas.openxmlformats.org/drawingml/2006/main"/>
        </p:blipFill>
        <p:spPr>
          <a:xfrm xmlns:a="http://schemas.openxmlformats.org/drawingml/2006/main">
            <a:off x="6000750" y="1659456"/>
            <a:ext cx="5429250" cy="3729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26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1983E-0C87-426A-AE11-E85C7151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Bob repaired the original failing revision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AAF79-0734-498D-B3AF-EE0E8CA8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rPr>
              <a:t>Bob Shell Agent mode · run #6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A198C-0346-4F79-9CD4-0C216E76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rPr>
              <a:t>Task 0a1c9ea43c93eb037a283ffe760d0825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3E2E3-1D21-409C-A94D-C78BE68A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rPr>
              <a:t>app.py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E2E5D-FC47-4C7D-8F51-D3FE2497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14700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Serve the health route under the configured base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54860-3A13-4DDE-8D76-C6488AA2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rPr>
              <a:t>replay.py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1A41B-A4EA-46E1-955D-F0ADE5E5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91025"/>
            <a:ext cx="847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Pass the deployment base path into the local server.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438AE-E0AD-4DDC-ABA4-31BDF954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48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rPr>
              <a:t>Bob’s patch was saved from an isolated worktree. The existing main-branch repair was authored by Codex.</a:t>
            </a:r>
          </a:p>
        </p:txBody>
      </p:sp>
    </p:spTree>
    <p:extLst>
      <p:ext uri="{BB962C8B-B14F-4D97-AF65-F5344CB8AC3E}">
        <p14:creationId xmlns:p14="http://schemas.microsoft.com/office/powerpoint/2010/main" val="1089363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82085-51D7-4E1D-8CBF-31FB23B2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Independent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5C1F8-0241-4543-B832-A8308ED1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6C12E-7E6C-4750-B074-A0BDB65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62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rPr>
              <a:t>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463F8-9B95-41D5-90B5-3E1B497E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rPr>
              <a:t>AFTER BOB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B252B-CE83-470C-B446-E8C59008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CI replay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B0788-2C6A-46B9-966D-4360104F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907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4EFF0-2B9F-407B-827F-01F7C96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043DD-FA29-4BB1-B753-587D55E2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90875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Deployment 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9A617-CE05-4757-BC1F-C66B6C41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1908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6B5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6B566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66A7B-D023-4E66-89C0-A6C35D9B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A2A89-6408-4364-8858-C38840E9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4476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0">
                <a:solidFill>
                  <a:srgbClr val="EEF6FA"/>
                </a:solidFill>
                <a:latin typeface="Bitstream Charter"/>
                <a:ea typeface="Bitstream Charter"/>
                <a:cs typeface="Bitstream Charter"/>
              </a:rPr>
              <a:t>Regression suite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45718-66B9-40B9-B9D3-54F336EA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910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6B56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6B566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AC24F0-F9D8-4BE1-833F-055D70BE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1809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79DDB3"/>
                </a:solidFill>
                <a:latin typeface="Bitstream Charter"/>
                <a:ea typeface="Bitstream Charter"/>
                <a:cs typeface="Bitstream Charter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74C52-DB20-473F-A597-679001FD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149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0D5E7"/>
                </a:solidFill>
                <a:latin typeface="Bitstream Charter"/>
                <a:ea typeface="Bitstream Charter"/>
                <a:cs typeface="Bitstream Charter"/>
              </a:rPr>
              <a:t>The Incident Room preserves commands, output, and Bob’s patch for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0A5F9-5460-4DCC-854B-DB1D247D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B2C6D0"/>
                </a:solidFill>
                <a:latin typeface="Bitstream Charter"/>
                <a:ea typeface="Bitstream Charter"/>
                <a:cs typeface="Bitstream Charter"/>
              </a:rPr>
              <a:t>Bob IDE task-session screenshots remain to be captured.</a:t>
            </a:r>
          </a:p>
        </p:txBody>
      </p:sp>
    </p:spTree>
    <p:extLst>
      <p:ext uri="{BB962C8B-B14F-4D97-AF65-F5344CB8AC3E}">
        <p14:creationId xmlns:p14="http://schemas.microsoft.com/office/powerpoint/2010/main" val="14097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2026-09-27T04:56:53.7060000Z</dcterms:created>
  <dcterms:modified xsi:type="dcterms:W3CDTF">2026-09-27T04:56:53.7060000Z</dcterms:modified>
</coreProperties>
</file>